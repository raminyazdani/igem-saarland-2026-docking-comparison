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78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2D162-C395-CAD7-45C0-5A015EFFA2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F2FE88-944C-29FF-3965-7FE997540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2A845-DB9D-61C5-BFDC-5A791D5F0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3C6A-CAE3-452C-8C8F-70202B77F9B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77D2C-E747-4954-E2C4-690048E28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73827-96B9-2AA8-F520-508C67C8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B756-F4B9-4269-8363-715FEF46D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44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D2636-6ECC-D003-6587-74BF9C80F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2AAAC-0F7B-AFDF-BC61-521DC2698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92BE7-E192-D182-BEA7-9DC72BD1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3C6A-CAE3-452C-8C8F-70202B77F9B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666FD-AE57-11B8-230F-F2E08A956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79CF1-29C8-622C-0E20-D3E3299B9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B756-F4B9-4269-8363-715FEF46D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25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24EA6-C760-B650-903F-FABE6CA12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BA0FA-1844-3DA3-5FB6-3F5A602A4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E10F6-963A-5912-5480-159752C4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3C6A-CAE3-452C-8C8F-70202B77F9B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375A8-A8A6-AB8E-1B52-49A0C1233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9EE04-8CC8-47BE-F405-657CB1B24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B756-F4B9-4269-8363-715FEF46D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82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2CBDB-5ACE-D309-E597-296AB998E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0A932-8B42-DEE5-8DB6-12C02F57C9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F4152-6D1D-F9B9-A390-A12BCD705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27F16-956B-DEB4-707D-F87360A02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3C6A-CAE3-452C-8C8F-70202B77F9B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ACCF-8036-C92B-9D71-7484D491B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901EC-9F67-1142-8765-440FD5414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B756-F4B9-4269-8363-715FEF46D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27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8482A-9064-4FE9-A01D-E9DD0C242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7C440-FF73-8AEE-F741-EA04A7D7A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B040E-7EDC-B406-E645-07066EA1D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EC853-D661-EBF8-FB36-2EA7183C6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E0D13-1BFF-0644-E330-4506FCC03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F07AE5-4A08-38E1-10B2-2EE761F4E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3C6A-CAE3-452C-8C8F-70202B77F9B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BF286A-031C-C8BE-CFAF-13EB40799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6B44BA-6B12-C61B-42F4-8E8A9EF6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B756-F4B9-4269-8363-715FEF46D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21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E36C-AD5D-6070-2068-6DBA6D086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2DD52-2DE9-83CC-9026-820E2E46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3C6A-CAE3-452C-8C8F-70202B77F9B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035FC-368C-C0E7-CD53-5324A9A50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2E5CD-3D5B-ED97-ABAF-E982D5E6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B756-F4B9-4269-8363-715FEF46D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53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FCB03A-9808-9291-0A5C-8AF4B4C0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3C6A-CAE3-452C-8C8F-70202B77F9B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B32411-B5ED-6A31-DAB1-50313396B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78528-8C3D-9CF2-E011-E090CD833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B756-F4B9-4269-8363-715FEF46D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611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03325-3F3D-2C04-56FA-63F3FCF8B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E144D-96B7-C5B4-5A43-DDD2118FB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04C5A-4770-4A93-1B1B-E608AC384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FF34E-2C57-A341-40B3-C4A25FE46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3C6A-CAE3-452C-8C8F-70202B77F9B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ED2E0-E014-9401-7651-A13942FE8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842FF-D83F-EF13-7FD0-188C8580B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B756-F4B9-4269-8363-715FEF46D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93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B0D70-5F33-6C09-2D02-BFB005D37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85AC07-FD72-2242-0E44-AA024CC9FBD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38373-F2E2-2B66-3A4C-8A3073F72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26EBB-F3A3-A347-6E83-9CC942483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3C6A-CAE3-452C-8C8F-70202B77F9B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DBA61-311B-23D4-9AA2-7F7546FAE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AADB1-2FB9-34F2-39D8-F2AC7FEF7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B756-F4B9-4269-8363-715FEF46D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511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B71C3-096B-68C0-F4E8-116796300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0A1B24-839B-27F7-FACF-FF9831C9E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1AC7F-65C3-00FD-DA93-C20CA8A46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3C6A-CAE3-452C-8C8F-70202B77F9B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FDFC3-5AAC-70CF-C0E3-17A8B92A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8CBBD-3D1B-9694-9734-EEC96F4ED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B756-F4B9-4269-8363-715FEF46D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01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8AC2FE-E6DE-DC60-C386-0763D79B75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6DD66-7488-3815-5146-07502F4D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377EE-F9E9-F89B-F93B-9EC347741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3C6A-CAE3-452C-8C8F-70202B77F9B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849EE-5329-A63E-6224-5D4427CD6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37F98-C8F3-7F9B-13BB-CA99C8D17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B756-F4B9-4269-8363-715FEF46D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88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CFE001-504D-18C8-F92F-C51BC016B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3A927-3924-2DFA-D38E-6F5D975C9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8D8A9-EBC6-18D9-2876-6DC7E2A76B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763C6A-CAE3-452C-8C8F-70202B77F9B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3EAF8-650B-F59C-717C-0FFD7CD79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E0259-A3C5-40CF-0B50-5C49669DF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F3B756-F4B9-4269-8363-715FEF46D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01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44910-71D0-E5AB-540C-4986F51C10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Cadmium on S1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9B0806-8C34-8C0C-CCC0-22F890009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257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0417-3E48-0FD5-01E6-CD92E25B7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Cadmium 5mM  S1 sample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615E26-5C5C-12FD-D251-4E00362DB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902" y="1963777"/>
            <a:ext cx="5557074" cy="425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398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944B-9E00-7385-DEB7-4E3A7FE61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(no cadmium)  S1 Sample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038928-D999-EFCB-B157-B8F155503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507" y="1690688"/>
            <a:ext cx="6720468" cy="514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36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9729970B38A444A0DCBA4EB8B21A93" ma:contentTypeVersion="13" ma:contentTypeDescription="Create a new document." ma:contentTypeScope="" ma:versionID="f148b1ccad91fd4ec2525ae485fa4dae">
  <xsd:schema xmlns:xsd="http://www.w3.org/2001/XMLSchema" xmlns:xs="http://www.w3.org/2001/XMLSchema" xmlns:p="http://schemas.microsoft.com/office/2006/metadata/properties" xmlns:ns2="a550081f-a251-4c1a-9a3a-d224513934f3" xmlns:ns3="b056e6f9-1a50-4dbd-8d96-910af50f2da6" targetNamespace="http://schemas.microsoft.com/office/2006/metadata/properties" ma:root="true" ma:fieldsID="2ed4a8f12313cc6f722e03ffb8525109" ns2:_="" ns3:_="">
    <xsd:import namespace="a550081f-a251-4c1a-9a3a-d224513934f3"/>
    <xsd:import namespace="b056e6f9-1a50-4dbd-8d96-910af50f2d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50081f-a251-4c1a-9a3a-d224513934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e3e8a42-d8d5-46ca-a5bf-92f41e721c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6e6f9-1a50-4dbd-8d96-910af50f2da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e4a16a5-7b5f-4cc7-a493-260b4d514941}" ma:internalName="TaxCatchAll" ma:showField="CatchAllData" ma:web="b056e6f9-1a50-4dbd-8d96-910af50f2d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056e6f9-1a50-4dbd-8d96-910af50f2da6" xsi:nil="true"/>
    <lcf76f155ced4ddcb4097134ff3c332f xmlns="a550081f-a251-4c1a-9a3a-d224513934f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8F385E2-C1FB-40A2-9BC1-C2ADAB30669F}"/>
</file>

<file path=customXml/itemProps2.xml><?xml version="1.0" encoding="utf-8"?>
<ds:datastoreItem xmlns:ds="http://schemas.openxmlformats.org/officeDocument/2006/customXml" ds:itemID="{24A592EB-F632-4122-8212-E003C231F3A2}"/>
</file>

<file path=customXml/itemProps3.xml><?xml version="1.0" encoding="utf-8"?>
<ds:datastoreItem xmlns:ds="http://schemas.openxmlformats.org/officeDocument/2006/customXml" ds:itemID="{1750EE0F-D931-46DF-AF06-0292AE885893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Cadmium on S1</vt:lpstr>
      <vt:lpstr>Cadmium 5mM  S1 sample</vt:lpstr>
      <vt:lpstr>Control (no cadmium)  S1 Sample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Naresh Yandrapalli</dc:creator>
  <cp:lastModifiedBy>Naresh Yandrapalli</cp:lastModifiedBy>
  <cp:revision>1</cp:revision>
  <dcterms:created xsi:type="dcterms:W3CDTF">2026-10-15T13:37:48Z</dcterms:created>
  <dcterms:modified xsi:type="dcterms:W3CDTF">2026-10-15T13:39:27Z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0x010100BC9729970B38A444A0DCBA4EB8B21A93</vt:lpwstr>
  </property>
</Properties>
</file>